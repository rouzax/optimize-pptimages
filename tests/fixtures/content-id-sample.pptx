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611d759613a44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Sm1"/>
  </p:sldMasterIdLst>
  <p:sldIdLst>
    <p:sldId xmlns:r="http://schemas.openxmlformats.org/officeDocument/2006/relationships" id="256" r:id="rIdSlide1"/>
  </p:sldIdLst>
  <p:sldSz cx="9144000" cy="6858000"/>
  <p:notesSz cx="6858000" cy="9144000"/>
</p:presentation>
</file>

<file path=ppt/_rels/presentation.xml.rels>&#65279;<?xml version="1.0" encoding="utf-8"?>
<Relationships xmlns="http://schemas.openxmlformats.org/package/2006/relationships">
  <Relationship Type="http://schemas.openxmlformats.org/officeDocument/2006/relationships/slideMaster" Target="slideMasters/slideMaster1.xml" Id="rIdSm1" />
  <Relationship Type="http://schemas.openxmlformats.org/officeDocument/2006/relationships/slide" Target="slides/slide1.xml" Id="rIdSlide1" />
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
<Relationships xmlns="http://schemas.openxmlformats.org/package/2006/relationships">
  <Relationship Type="http://schemas.openxmlformats.org/officeDocument/2006/relationships/theme" Target="theme/theme1.xml" Id="rIdTheme1" />
  <Relationship Type="http://schemas.openxmlformats.org/officeDocument/2006/relationships/slideLayout" Target="../slideLayouts/slideLayout1.xml" Id="rIdLayout1" />
  <Relationship Type="http://schemas.openxmlformats.org/officeDocument/2006/relationships/slideLayout" Target="../slideLayouts/slideLayout2.xml" Id="rIdLayout2" />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  <p:sldLayoutId xmlns:r="http://schemas.openxmlformats.org/officeDocument/2006/relationships" id="2147483650" r:id="rIdLayout2"/>
  </p:sldLayoutIdLst>
</p:sldMaster>
</file>

<file path=ppt/slideMasters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ac298594d44b4ffa" />
  <Relationship Type="http://schemas.openxmlformats.org/officeDocument/2006/relationships/image" Target="../media/image.png" Id="rIdImg1" />
  <Relationship Type="http://schemas.openxmlformats.org/officeDocument/2006/relationships/image" Target="../media/image2.png" Id="rIdImg2" />
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xmlns:r="http://schemas.openxmlformats.org/officeDocument/2006/relationships" xmlns:a="http://schemas.openxmlformats.org/drawingml/2006/main" r:embed="rIdImg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1828800" cy="18288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/>
          <p:cNvPicPr/>
          <p:nvPr/>
        </p:nvPicPr>
        <p:blipFill>
          <a:blip xmlns:r="http://schemas.openxmlformats.org/officeDocument/2006/relationships" xmlns:a="http://schemas.openxmlformats.org/drawingml/2006/main" r:embed="rIdImg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0" y="914400"/>
            <a:ext cx="1828800" cy="18288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