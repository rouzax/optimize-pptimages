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png" ContentType="image/pn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f326433a055d442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Sm1"/>
  </p:sldMasterIdLst>
  <p:sldIdLst>
    <p:sldId xmlns:r="http://schemas.openxmlformats.org/officeDocument/2006/relationships" id="256" r:id="rIdSlide1"/>
  </p:sldIdLst>
  <p:sldSz cx="9144000" cy="6858000"/>
  <p:notesSz cx="6858000" cy="9144000"/>
</p:presentation>
</file>

<file path=ppt/_rels/presentation.xml.rels>&#65279;<?xml version="1.0" encoding="utf-8"?>
<Relationships xmlns="http://schemas.openxmlformats.org/package/2006/relationships">
  <Relationship Type="http://schemas.openxmlformats.org/officeDocument/2006/relationships/slideMaster" Target="slideMasters/slideMaster1.xml" Id="rIdSm1" />
  <Relationship Type="http://schemas.openxmlformats.org/officeDocument/2006/relationships/slide" Target="slides/slide1.xml" Id="rIdSlide1" />
</Relationships>
</file>

<file path=ppt/slideLayouts/slideLayout1.xml><?xml version="1.0" encoding="utf-8"?>
<p:sldLayout xmlns:p="http://schemas.openxmlformats.org/presentationml/2006/main" type="blank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blank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
<Relationships xmlns="http://schemas.openxmlformats.org/package/2006/relationships">
  <Relationship Type="http://schemas.openxmlformats.org/officeDocument/2006/relationships/theme" Target="theme/theme1.xml" Id="rIdTheme1" />
  <Relationship Type="http://schemas.openxmlformats.org/officeDocument/2006/relationships/slideLayout" Target="../slideLayouts/slideLayout1.xml" Id="rIdLayout1" />
  <Relationship Type="http://schemas.openxmlformats.org/officeDocument/2006/relationships/slideLayout" Target="../slideLayouts/slideLayout2.xml" Id="rIdLayout2" />
  <Relationship Type="http://schemas.openxmlformats.org/officeDocument/2006/relationships/image" Target="../media/image4.png" Id="rIdMasterImg1" />
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" name="Master Crop Picture"/>
          <p:cNvPicPr/>
          <p:nvPr/>
        </p:nvPicPr>
        <p:blipFill>
          <a:blip xmlns:r="http://schemas.openxmlformats.org/officeDocument/2006/relationships" xmlns:a="http://schemas.openxmlformats.org/drawingml/2006/main" r:embed="rIdMasterImg1"/>
          <a:srcRect xmlns:a="http://schemas.openxmlformats.org/drawingml/2006/main" l="12000" t="12000" r="12000" b="1200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14400" y="914400"/>
            <a:ext cx="1828800" cy="1828800"/>
          </a:xfrm>
          <a:prstGeom xmlns:a="http://schemas.openxmlformats.org/drawingml/2006/main"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  <p:sldLayoutId xmlns:r="http://schemas.openxmlformats.org/officeDocument/2006/relationships" id="2147483650" r:id="rIdLayout2"/>
  </p:sldLayoutIdLst>
</p:sldMaster>
</file>

<file path=ppt/slideMasters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>
          <a:solidFill>
            <a:schemeClr val="phClr"/>
          </a:solidFill>
        </a:ln>
        <a:ln>
          <a:solidFill>
            <a:schemeClr val="phClr"/>
          </a:solidFill>
        </a:ln>
        <a:ln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
<Relationships xmlns="http://schemas.openxmlformats.org/package/2006/relationships">
  <Relationship Type="http://schemas.openxmlformats.org/officeDocument/2006/relationships/slideLayout" Target="../slideLayouts/slideLayout1.xml" Id="Rfd01e3e1c03d435a" />
  <Relationship Type="http://schemas.openxmlformats.org/officeDocument/2006/relationships/image" Target="../media/image.png" Id="rIdImg1" />
  <Relationship Type="http://schemas.openxmlformats.org/officeDocument/2006/relationships/image" Target="../media/image2.png" Id="rIdImg2" />
  <Relationship Type="http://schemas.openxmlformats.org/officeDocument/2006/relationships/image" Target="../media/image3.png" Id="rIdImgCrop" />
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/>
          <p:cNvPicPr/>
          <p:nvPr/>
        </p:nvPicPr>
        <p:blipFill>
          <a:blip xmlns:r="http://schemas.openxmlformats.org/officeDocument/2006/relationships" xmlns:a="http://schemas.openxmlformats.org/drawingml/2006/main" r:embed="rIdImg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14400" y="914400"/>
            <a:ext cx="1828800" cy="1828800"/>
          </a:xfrm>
          <a:prstGeom xmlns:a="http://schemas.openxmlformats.org/drawingml/2006/main" prst="rect">
            <a:avLst/>
          </a:prstGeom>
        </p:spPr>
      </p:pic>
      <p:pic>
        <p:nvPicPr>
          <p:cNvPr id="3" name="Picture 2"/>
          <p:cNvPicPr/>
          <p:nvPr/>
        </p:nvPicPr>
        <p:blipFill>
          <a:blip xmlns:r="http://schemas.openxmlformats.org/officeDocument/2006/relationships" xmlns:a="http://schemas.openxmlformats.org/drawingml/2006/main" r:embed="rIdImg2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3657600" y="914400"/>
            <a:ext cx="1828800" cy="1828800"/>
          </a:xfrm>
          <a:prstGeom xmlns:a="http://schemas.openxmlformats.org/drawingml/2006/main" prst="rect">
            <a:avLst/>
          </a:prstGeom>
        </p:spPr>
      </p:pic>
      <p:pic>
        <p:nvPicPr>
          <p:cNvPr id="4" name="Crop Normal"/>
          <p:cNvPicPr/>
          <p:nvPr/>
        </p:nvPicPr>
        <p:blipFill>
          <a:blip xmlns:r="http://schemas.openxmlformats.org/officeDocument/2006/relationships" xmlns:a="http://schemas.openxmlformats.org/drawingml/2006/main" r:embed="rIdImgCrop"/>
          <a:srcRect xmlns:a="http://schemas.openxmlformats.org/drawingml/2006/main" l="10000" t="10000" r="10000" b="1000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14400" y="3200000"/>
            <a:ext cx="1828800" cy="1828800"/>
          </a:xfrm>
          <a:prstGeom xmlns:a="http://schemas.openxmlformats.org/drawingml/2006/main" prst="rect">
            <a:avLst/>
          </a:prstGeom>
        </p:spPr>
      </p:pic>
      <p:pic>
        <p:nvPicPr>
          <p:cNvPr id="5" name="Crop NoOp"/>
          <p:cNvPicPr/>
          <p:nvPr/>
        </p:nvPicPr>
        <p:blipFill>
          <a:blip xmlns:r="http://schemas.openxmlformats.org/officeDocument/2006/relationships" xmlns:a="http://schemas.openxmlformats.org/drawingml/2006/main" r:embed="rIdImgCrop"/>
          <a:srcRect xmlns:a="http://schemas.openxmlformats.org/drawingml/2006/main" l="0" t="0" r="0" b="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2743200" y="3200000"/>
            <a:ext cx="1828800" cy="1828800"/>
          </a:xfrm>
          <a:prstGeom xmlns:a="http://schemas.openxmlformats.org/drawingml/2006/main" prst="rect">
            <a:avLst/>
          </a:prstGeom>
        </p:spPr>
      </p:pic>
      <p:pic>
        <p:nvPicPr>
          <p:cNvPr id="6" name="Crop Stretch"/>
          <p:cNvPicPr/>
          <p:nvPr/>
        </p:nvPicPr>
        <p:blipFill>
          <a:blip xmlns:r="http://schemas.openxmlformats.org/officeDocument/2006/relationships" xmlns:a="http://schemas.openxmlformats.org/drawingml/2006/main" r:embed="rIdImgCrop"/>
          <a:srcRect xmlns:a="http://schemas.openxmlformats.org/drawingml/2006/main" l="15000" t="5000" r="15000" b="5000"/>
          <a:stretch xmlns:a="http://schemas.openxmlformats.org/drawingml/2006/main">
            <a:fillRect l="-20000"/>
          </a:stretch>
        </p:blipFill>
        <p:spPr>
          <a:xfrm xmlns:a="http://schemas.openxmlformats.org/drawingml/2006/main">
            <a:off x="4572000" y="3200000"/>
            <a:ext cx="1828800" cy="1828800"/>
          </a:xfrm>
          <a:prstGeom xmlns:a="http://schemas.openxmlformats.org/drawingml/2006/main" prst="rect">
            <a:avLst/>
          </a:prstGeom>
        </p:spPr>
      </p:pic>
    </p:spTree>
  </p:cSld>
  <p:clrMapOvr>
    <a:masterClrMapping xmlns:a="http://schemas.openxmlformats.org/drawingml/2006/main"/>
  </p:clrMapOvr>
</p:sld>
</file>