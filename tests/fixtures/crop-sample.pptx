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f217010f1c4f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Sm1"/>
  </p:sldMasterIdLst>
  <p:sldIdLst>
    <p:sldId xmlns:r="http://schemas.openxmlformats.org/officeDocument/2006/relationships" id="256" r:id="rIdSlide1"/>
  </p:sldIdLst>
  <p:sldSz cx="9144000" cy="6858000"/>
  <p:notesSz cx="6858000" cy="9144000"/>
</p:presentation>
</file>

<file path=ppt/_rels/presentation.xml.rels>&#65279;<?xml version="1.0" encoding="utf-8"?>
<Relationships xmlns="http://schemas.openxmlformats.org/package/2006/relationships">
  <Relationship Type="http://schemas.openxmlformats.org/officeDocument/2006/relationships/slideMaster" Target="slideMasters/slideMaster1.xml" Id="rIdSm1" />
  <Relationship Type="http://schemas.openxmlformats.org/officeDocument/2006/relationships/slide" Target="slides/slide1.xml" Id="rIdSlide1" />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
<Relationships xmlns="http://schemas.openxmlformats.org/package/2006/relationships">
  <Relationship Type="http://schemas.openxmlformats.org/officeDocument/2006/relationships/theme" Target="theme/theme1.xml" Id="rIdTheme1" />
  <Relationship Type="http://schemas.openxmlformats.org/officeDocument/2006/relationships/slideLayout" Target="../slideLayouts/slideLayout1.xml" Id="rIdLayout1" />
  <Relationship Type="http://schemas.openxmlformats.org/officeDocument/2006/relationships/slideLayout" Target="../slideLayouts/slideLayout2.xml" Id="rIdLayout2" />
  <Relationship Type="http://schemas.openxmlformats.org/officeDocument/2006/relationships/image" Target="../media/image4.png" Id="rIdMasterImg1" 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Master Crop Picture"/>
          <p:cNvPicPr/>
          <p:nvPr/>
        </p:nvPicPr>
        <p:blipFill>
          <a:blip xmlns:r="http://schemas.openxmlformats.org/officeDocument/2006/relationships" xmlns:a="http://schemas.openxmlformats.org/drawingml/2006/main" r:embed="rIdMasterImg1"/>
          <a:srcRect xmlns:a="http://schemas.openxmlformats.org/drawingml/2006/main" l="12000" t="12000" r="12000" b="12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1828800" cy="1828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  <p:sldLayoutId xmlns:r="http://schemas.openxmlformats.org/officeDocument/2006/relationships" id="2147483650" r:id="rIdLayout2"/>
  </p:sldLayoutIdLst>
</p:sldMaster>
</file>

<file path=ppt/slideMasters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4d3acabb33904158" />
  <Relationship Type="http://schemas.openxmlformats.org/officeDocument/2006/relationships/image" Target="../media/image.png" Id="rIdImg1" />
  <Relationship Type="http://schemas.openxmlformats.org/officeDocument/2006/relationships/image" Target="../media/image2.png" Id="rIdImg2" />
  <Relationship Type="http://schemas.openxmlformats.org/officeDocument/2006/relationships/image" Target="../media/image3.png" Id="rIdImgCrop" 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xmlns:r="http://schemas.openxmlformats.org/officeDocument/2006/relationships" xmlns:a="http://schemas.openxmlformats.org/drawingml/2006/main" r:embed="rIdImg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9144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/>
          <p:cNvPicPr/>
          <p:nvPr/>
        </p:nvPicPr>
        <p:blipFill>
          <a:blip xmlns:r="http://schemas.openxmlformats.org/officeDocument/2006/relationships" xmlns:a="http://schemas.openxmlformats.org/drawingml/2006/main" r:embed="rIdImg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0" y="9144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4" name="Crop Normal"/>
          <p:cNvPicPr/>
          <p:nvPr/>
        </p:nvPicPr>
        <p:blipFill>
          <a:blip xmlns:r="http://schemas.openxmlformats.org/officeDocument/2006/relationships" xmlns:a="http://schemas.openxmlformats.org/drawingml/2006/main" r:embed="rIdImgCrop"/>
          <a:srcRect xmlns:a="http://schemas.openxmlformats.org/drawingml/2006/main" l="10000" t="10000" r="10000" b="1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32000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5" name="Crop NoOp"/>
          <p:cNvPicPr/>
          <p:nvPr/>
        </p:nvPicPr>
        <p:blipFill>
          <a:blip xmlns:r="http://schemas.openxmlformats.org/officeDocument/2006/relationships" xmlns:a="http://schemas.openxmlformats.org/drawingml/2006/main" r:embed="rIdImgCrop"/>
          <a:srcRect xmlns:a="http://schemas.openxmlformats.org/drawingml/2006/main" l="0" t="0" r="0" b="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743200" y="32000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6" name="Crop Stretch"/>
          <p:cNvPicPr/>
          <p:nvPr/>
        </p:nvPicPr>
        <p:blipFill>
          <a:blip xmlns:r="http://schemas.openxmlformats.org/officeDocument/2006/relationships" xmlns:a="http://schemas.openxmlformats.org/drawingml/2006/main" r:embed="rIdImgCrop"/>
          <a:srcRect xmlns:a="http://schemas.openxmlformats.org/drawingml/2006/main" l="15000" t="5000" r="15000" b="5000"/>
          <a:stretch xmlns:a="http://schemas.openxmlformats.org/drawingml/2006/main">
            <a:fillRect l="-20000"/>
          </a:stretch>
        </p:blipFill>
        <p:spPr>
          <a:xfrm xmlns:a="http://schemas.openxmlformats.org/drawingml/2006/main">
            <a:off x="4572000" y="3200000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7" name="Crop Dedup"/>
          <p:cNvPicPr/>
          <p:nvPr/>
        </p:nvPicPr>
        <p:blipFill>
          <a:blip xmlns:r="http://schemas.openxmlformats.org/officeDocument/2006/relationships" xmlns:a="http://schemas.openxmlformats.org/drawingml/2006/main" r:embed="rIdImgCrop"/>
          <a:srcRect xmlns:a="http://schemas.openxmlformats.org/drawingml/2006/main" l="10000" t="10000" r="10000" b="1000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5029200"/>
            <a:ext cx="1828800" cy="18288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